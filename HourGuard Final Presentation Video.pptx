
<file path=[Content_Types].xml><?xml version="1.0" encoding="utf-8"?>
<Types xmlns="http://schemas.openxmlformats.org/package/2006/content-types">
  <Default Extension="Default" ContentType="image/pn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65" r:id="rId2"/>
    <p:sldId id="266" r:id="rId3"/>
    <p:sldId id="267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AFD"/>
    <a:srgbClr val="F2F4FC"/>
    <a:srgbClr val="D8DEF7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7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5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2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2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8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9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7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6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7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02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96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0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3/29/2026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931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Default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48E736-2F48-6AF5-E208-A3484BDAE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991937"/>
          </a:xfrm>
        </p:spPr>
        <p:txBody>
          <a:bodyPr>
            <a:normAutofit/>
          </a:bodyPr>
          <a:lstStyle/>
          <a:p>
            <a:r>
              <a:rPr lang="en-US" dirty="0"/>
              <a:t>Team 4: Nicholas Dumford, Bobby Fechtel, Chase Smith</a:t>
            </a:r>
          </a:p>
          <a:p>
            <a:r>
              <a:rPr lang="en-US" dirty="0"/>
              <a:t>Advisor: Dr. Shane Halse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7E13E96-4EB4-30C0-926E-4D5C8177E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166" y="1142180"/>
            <a:ext cx="10927668" cy="35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59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6B79-E397-B27F-0211-262E8393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DDE0F-E740-6C11-C921-3C906FC51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Cell phones are distracting and constantly begging for attention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Social media apps are especially addicting, designed to keep you on them as long as possible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Current solutions are primarily designed for parents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3383A9-F528-72E9-F451-EAC5E6686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1995" y="122410"/>
            <a:ext cx="1620006" cy="162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7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14C2A-80BD-8266-9916-96F0F4D4C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CCEC-88A4-3FBA-AA29-C72DED40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3837-E773-8677-C5CE-F29F66DB3405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Flexible App Limits</a:t>
            </a:r>
          </a:p>
          <a:p>
            <a:pPr lvl="1"/>
            <a:r>
              <a:rPr lang="en-US" sz="2000" dirty="0"/>
              <a:t>Set daily limits, per-session timers, or both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Prevents Habituation</a:t>
            </a:r>
          </a:p>
          <a:p>
            <a:pPr lvl="1"/>
            <a:r>
              <a:rPr lang="en-US" sz="2000" dirty="0"/>
              <a:t>Thoughtful deterrence tasks prevent mindlessly opening addictive apps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Track Progress</a:t>
            </a:r>
          </a:p>
          <a:p>
            <a:pPr lvl="1"/>
            <a:r>
              <a:rPr lang="en-US" sz="2000" dirty="0"/>
              <a:t>Streaks for staying within set app limits provide </a:t>
            </a:r>
            <a:br>
              <a:rPr lang="en-US" sz="2000" dirty="0"/>
            </a:br>
            <a:r>
              <a:rPr lang="en-US" sz="2000" dirty="0"/>
              <a:t>positive reinforcement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10C6A2E-22AD-11BA-A2C3-E1A9E789BE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1995" y="122410"/>
            <a:ext cx="1620006" cy="162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78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5FD75-735A-2FC4-A8CF-4D638FE62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0EFD-1D8A-CC57-68A8-5ED203CF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Technical Details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14FA25-E304-0CDA-173E-5B1A702D7B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1995" y="122410"/>
            <a:ext cx="1620006" cy="162000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27D1B0-06AC-F7CD-368F-C4DB4F5F1C23}"/>
              </a:ext>
            </a:extLst>
          </p:cNvPr>
          <p:cNvSpPr/>
          <p:nvPr/>
        </p:nvSpPr>
        <p:spPr>
          <a:xfrm>
            <a:off x="3192691" y="2291462"/>
            <a:ext cx="8189307" cy="2960815"/>
          </a:xfrm>
          <a:prstGeom prst="roundRect">
            <a:avLst>
              <a:gd name="adj" fmla="val 4463"/>
            </a:avLst>
          </a:prstGeom>
          <a:solidFill>
            <a:srgbClr val="F9FAFD"/>
          </a:solidFill>
          <a:ln w="76200">
            <a:solidFill>
              <a:srgbClr val="2B4A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60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5FCD424-6C47-8893-DF5F-A262D4C03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2307" y="2522785"/>
            <a:ext cx="7762402" cy="252403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8C9EB7B-91A6-C10B-4B20-9FCEC88457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3059" y="3950690"/>
            <a:ext cx="1364245" cy="79880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26E2C53-76E4-5C97-8F9E-F47663F02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633" y="5252276"/>
            <a:ext cx="1769096" cy="7988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D6631A-32B9-6B6D-437D-7CB151D329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86" y="2291715"/>
            <a:ext cx="1156190" cy="1156190"/>
          </a:xfrm>
          <a:prstGeom prst="rect">
            <a:avLst/>
          </a:prstGeom>
          <a:ln w="76200">
            <a:noFill/>
          </a:ln>
        </p:spPr>
      </p:pic>
    </p:spTree>
    <p:extLst>
      <p:ext uri="{BB962C8B-B14F-4D97-AF65-F5344CB8AC3E}">
        <p14:creationId xmlns:p14="http://schemas.microsoft.com/office/powerpoint/2010/main" val="266272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3DEC6-04F9-BC53-A2D5-2BAA3156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F4E9-A2EC-41D4-245C-D4733684F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Demo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F580CC5-D5FA-8516-AC16-52F6108AA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1995" y="122410"/>
            <a:ext cx="1620006" cy="162000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53BA1E-0BDE-9303-2772-72105717717A}"/>
              </a:ext>
            </a:extLst>
          </p:cNvPr>
          <p:cNvSpPr/>
          <p:nvPr/>
        </p:nvSpPr>
        <p:spPr>
          <a:xfrm>
            <a:off x="5093032" y="2867744"/>
            <a:ext cx="2005934" cy="2911264"/>
          </a:xfrm>
          <a:prstGeom prst="roundRect">
            <a:avLst>
              <a:gd name="adj" fmla="val 3974"/>
            </a:avLst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solidFill>
              <a:srgbClr val="2B4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80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F1E9-209F-402D-A36D-4859A695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548CB-4F1C-97AE-4E3B-F1EE50D9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EAF5D-8DED-CF59-27BB-B8637FA3B501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HourGuard is a psychology-backed time management app for Android devices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Helps the user build healthy screen time habits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Designed for self-regulation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3325EED-E369-4D8C-BA62-C514D6502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1995" y="122410"/>
            <a:ext cx="1620006" cy="162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72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3">
      <a:dk1>
        <a:srgbClr val="242424"/>
      </a:dk1>
      <a:lt1>
        <a:sysClr val="window" lastClr="FFFFFF"/>
      </a:lt1>
      <a:dk2>
        <a:srgbClr val="212121"/>
      </a:dk2>
      <a:lt2>
        <a:srgbClr val="636363"/>
      </a:lt2>
      <a:accent1>
        <a:srgbClr val="99A8EA"/>
      </a:accent1>
      <a:accent2>
        <a:srgbClr val="D8DEF7"/>
      </a:accent2>
      <a:accent3>
        <a:srgbClr val="2B4AD4"/>
      </a:accent3>
      <a:accent4>
        <a:srgbClr val="8093E5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114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Open Sans</vt:lpstr>
      <vt:lpstr>Wingdings 2</vt:lpstr>
      <vt:lpstr>Quotable</vt:lpstr>
      <vt:lpstr>PowerPoint Presentation</vt:lpstr>
      <vt:lpstr>The Problem</vt:lpstr>
      <vt:lpstr>Our Solution</vt:lpstr>
      <vt:lpstr>Technical Details</vt:lpstr>
      <vt:lpstr>Demo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Bobby Fechtel</dc:creator>
  <cp:lastModifiedBy>Fechtel, Bobby (fechtert)</cp:lastModifiedBy>
  <cp:revision>7</cp:revision>
  <dcterms:created xsi:type="dcterms:W3CDTF">2025-11-17T00:25:09Z</dcterms:created>
  <dcterms:modified xsi:type="dcterms:W3CDTF">2026-03-29T21:27:41Z</dcterms:modified>
</cp:coreProperties>
</file>